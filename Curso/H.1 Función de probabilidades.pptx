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5" r:id="rId5"/>
    <p:sldId id="266" r:id="rId6"/>
    <p:sldId id="257" r:id="rId7"/>
    <p:sldId id="258" r:id="rId8"/>
    <p:sldId id="259" r:id="rId9"/>
    <p:sldId id="260" r:id="rId10"/>
    <p:sldId id="267" r:id="rId11"/>
    <p:sldId id="268" r:id="rId12"/>
    <p:sldId id="269" r:id="rId13"/>
    <p:sldId id="270" r:id="rId14"/>
    <p:sldId id="271" r:id="rId15"/>
    <p:sldId id="273" r:id="rId16"/>
    <p:sldId id="272" r:id="rId1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24/05/2016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411760" y="5949280"/>
            <a:ext cx="6400800" cy="625624"/>
          </a:xfrm>
        </p:spPr>
        <p:txBody>
          <a:bodyPr/>
          <a:lstStyle/>
          <a:p>
            <a:r>
              <a:rPr lang="es-CR" dirty="0" smtClean="0"/>
              <a:t>Oscar Centeno Mora</a:t>
            </a:r>
            <a:endParaRPr lang="es-CR" dirty="0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576" y="1484784"/>
            <a:ext cx="7772400" cy="1470025"/>
          </a:xfrm>
        </p:spPr>
        <p:txBody>
          <a:bodyPr/>
          <a:lstStyle/>
          <a:p>
            <a:r>
              <a:rPr lang="es-CR" dirty="0" smtClean="0"/>
              <a:t>Función de probabilidades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3840576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4016" y="188640"/>
            <a:ext cx="8964488" cy="864096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Funciones de probabilidades continuas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412776"/>
            <a:ext cx="6120680" cy="5040560"/>
          </a:xfrm>
        </p:spPr>
        <p:txBody>
          <a:bodyPr/>
          <a:lstStyle/>
          <a:p>
            <a:pPr algn="just"/>
            <a:r>
              <a:rPr lang="es-CR" dirty="0" smtClean="0"/>
              <a:t>Se presentan las principales funciones de probabilidades que se utilizarán en los siguientes temas.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No se presentan funciones discretas.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Las funciones continuas son: normal, t de </a:t>
            </a:r>
            <a:r>
              <a:rPr lang="es-CR" dirty="0" err="1" smtClean="0"/>
              <a:t>Student</a:t>
            </a:r>
            <a:r>
              <a:rPr lang="es-CR" dirty="0" smtClean="0"/>
              <a:t>, F de </a:t>
            </a:r>
            <a:r>
              <a:rPr lang="es-CR" dirty="0" err="1" smtClean="0"/>
              <a:t>Snedecor</a:t>
            </a:r>
            <a:r>
              <a:rPr lang="es-CR" dirty="0" smtClean="0"/>
              <a:t> y Chi Cuadrada.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También se presentan sus respectivas tablas de probabilidad o valores críticos.</a:t>
            </a:r>
          </a:p>
        </p:txBody>
      </p:sp>
    </p:spTree>
    <p:extLst>
      <p:ext uri="{BB962C8B-B14F-4D97-AF65-F5344CB8AC3E}">
        <p14:creationId xmlns:p14="http://schemas.microsoft.com/office/powerpoint/2010/main" val="28107290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188640"/>
            <a:ext cx="7772400" cy="922114"/>
          </a:xfrm>
        </p:spPr>
        <p:txBody>
          <a:bodyPr/>
          <a:lstStyle/>
          <a:p>
            <a:pPr algn="ctr"/>
            <a:r>
              <a:rPr lang="es-CR" dirty="0" smtClean="0"/>
              <a:t>Cura normal y normal estándar</a:t>
            </a:r>
            <a:endParaRPr lang="es-CR" dirty="0"/>
          </a:p>
        </p:txBody>
      </p:sp>
      <p:pic>
        <p:nvPicPr>
          <p:cNvPr id="1026" name="Picture 2" descr="http://intmstat.com/counting-probability/HTML/probdist4_normal_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82" y="1556792"/>
            <a:ext cx="8504597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9427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329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542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260648"/>
            <a:ext cx="7772400" cy="796950"/>
          </a:xfrm>
        </p:spPr>
        <p:txBody>
          <a:bodyPr/>
          <a:lstStyle/>
          <a:p>
            <a:pPr algn="ctr"/>
            <a:r>
              <a:rPr lang="es-CR" dirty="0" smtClean="0"/>
              <a:t>La función t de </a:t>
            </a:r>
            <a:r>
              <a:rPr lang="es-CR" dirty="0" err="1" smtClean="0"/>
              <a:t>Student</a:t>
            </a:r>
            <a:endParaRPr lang="es-CR" dirty="0"/>
          </a:p>
        </p:txBody>
      </p:sp>
      <p:pic>
        <p:nvPicPr>
          <p:cNvPr id="1026" name="Picture 2" descr="https://upload.wikimedia.org/wikipedia/commons/thumb/4/41/Student_t_pdf.svg/325px-Student_t_pdf.sv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t="3876" r="2908" b="1538"/>
          <a:stretch/>
        </p:blipFill>
        <p:spPr bwMode="auto">
          <a:xfrm>
            <a:off x="755576" y="1123318"/>
            <a:ext cx="6912768" cy="547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22114"/>
          </a:xfrm>
        </p:spPr>
        <p:txBody>
          <a:bodyPr/>
          <a:lstStyle/>
          <a:p>
            <a:pPr algn="ctr"/>
            <a:r>
              <a:rPr lang="es-CR" dirty="0" smtClean="0"/>
              <a:t>t  de </a:t>
            </a:r>
            <a:r>
              <a:rPr lang="es-CR" dirty="0" err="1" smtClean="0"/>
              <a:t>Student</a:t>
            </a:r>
            <a:r>
              <a:rPr lang="es-CR" dirty="0" smtClean="0"/>
              <a:t> contra Normal</a:t>
            </a:r>
            <a:endParaRPr lang="es-CR" dirty="0"/>
          </a:p>
        </p:txBody>
      </p:sp>
      <p:pic>
        <p:nvPicPr>
          <p:cNvPr id="2050" name="Picture 2" descr="http://www.cienciasinseso.com/wp-content/uploads/2013/12/normal_student2-1024x59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8" t="15562" r="7191" b="19039"/>
          <a:stretch/>
        </p:blipFill>
        <p:spPr bwMode="auto">
          <a:xfrm>
            <a:off x="683568" y="1844824"/>
            <a:ext cx="8033904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00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/>
          <a:lstStyle/>
          <a:p>
            <a:r>
              <a:rPr lang="es-CR" dirty="0" smtClean="0"/>
              <a:t>La curva t de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3074" name="Picture 2" descr="Tabla t stud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66863"/>
            <a:ext cx="6934200" cy="982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36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098" name="Picture 2" descr="Tabla t studen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4" t="22597" r="8185" b="5692"/>
          <a:stretch/>
        </p:blipFill>
        <p:spPr bwMode="auto">
          <a:xfrm>
            <a:off x="251520" y="116632"/>
            <a:ext cx="8640960" cy="653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17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/>
          <a:lstStyle/>
          <a:p>
            <a:pPr algn="ctr"/>
            <a:r>
              <a:rPr lang="es-CR" dirty="0" smtClean="0"/>
              <a:t>F de </a:t>
            </a:r>
            <a:r>
              <a:rPr lang="es-CR" dirty="0" err="1" smtClean="0"/>
              <a:t>Snedecor</a:t>
            </a:r>
            <a:endParaRPr lang="es-CR" dirty="0"/>
          </a:p>
        </p:txBody>
      </p:sp>
      <p:pic>
        <p:nvPicPr>
          <p:cNvPr id="2050" name="Picture 2" descr="http://www.philender.com/courses/tables/fdis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46" y="1268760"/>
            <a:ext cx="8294418" cy="534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38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upload.wikimedia.org/wikipedia/commons/thumb/9/92/F_pdf.svg/2000px-F_pdf.sv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r="3603"/>
          <a:stretch/>
        </p:blipFill>
        <p:spPr bwMode="auto">
          <a:xfrm>
            <a:off x="539552" y="1052736"/>
            <a:ext cx="7920880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899592" y="116632"/>
            <a:ext cx="7772400" cy="850106"/>
          </a:xfrm>
        </p:spPr>
        <p:txBody>
          <a:bodyPr/>
          <a:lstStyle/>
          <a:p>
            <a:pPr algn="ctr"/>
            <a:r>
              <a:rPr lang="es-CR" dirty="0" smtClean="0"/>
              <a:t>F de </a:t>
            </a:r>
            <a:r>
              <a:rPr lang="es-CR" dirty="0" err="1" smtClean="0"/>
              <a:t>Snedecor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7559545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098" name="Picture 2" descr="http://www.stat.ufl.edu/~mripol/3024/ftable_05_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784976" cy="662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5303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778098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Chi-cuadrada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122" name="Picture 2" descr="http://grants.hhp.coe.uh.edu/doconnor/PEP6305/chisqu5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934208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8358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mage.mathcaptain.com/cms/images/88/chi-squar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10" y="1196752"/>
            <a:ext cx="8496944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778098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Chi-cuadrada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14905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7170" name="Picture 2" descr="https://faculty.elgin.edu/dkernler/statistics/ch09/images/chi-square-tab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9579"/>
            <a:ext cx="7560840" cy="633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287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Picture 2" descr="http://www.unexpected.org/wp-content/uploads/2014/02/the-e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176" y="0"/>
            <a:ext cx="916617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46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99</TotalTime>
  <Words>88</Words>
  <Application>Microsoft Office PowerPoint</Application>
  <PresentationFormat>Presentación en pantalla (4:3)</PresentationFormat>
  <Paragraphs>18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Equidad</vt:lpstr>
      <vt:lpstr>Función de probabilidades</vt:lpstr>
      <vt:lpstr>Funciones de probabilidades continuas</vt:lpstr>
      <vt:lpstr>Cura normal y normal estándar</vt:lpstr>
      <vt:lpstr>Presentación de PowerPoint</vt:lpstr>
      <vt:lpstr>Presentación de PowerPoint</vt:lpstr>
      <vt:lpstr>La función t de Student</vt:lpstr>
      <vt:lpstr>t  de Student contra Normal</vt:lpstr>
      <vt:lpstr>La curva t de</vt:lpstr>
      <vt:lpstr>Presentación de PowerPoint</vt:lpstr>
      <vt:lpstr>F de Snedecor</vt:lpstr>
      <vt:lpstr>F de Snedecor</vt:lpstr>
      <vt:lpstr>Presentación de PowerPoint</vt:lpstr>
      <vt:lpstr>Chi-cuadrada</vt:lpstr>
      <vt:lpstr>Chi-cuadrada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curva t de Student</dc:title>
  <dc:creator>Oscar Centeno Mora</dc:creator>
  <cp:lastModifiedBy>Oscar Centeno Mora</cp:lastModifiedBy>
  <cp:revision>8</cp:revision>
  <dcterms:created xsi:type="dcterms:W3CDTF">2016-05-09T15:53:52Z</dcterms:created>
  <dcterms:modified xsi:type="dcterms:W3CDTF">2016-05-24T20:04:44Z</dcterms:modified>
</cp:coreProperties>
</file>