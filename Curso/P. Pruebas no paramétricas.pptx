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96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06/10/2006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Oscar Centeno Mora</dc:creator>
  <dcterms:created xsi:type="dcterms:W3CDTF">2016-05-24T16:54:29Z</dcterms:created>
</cp:coreProperties>
</file>